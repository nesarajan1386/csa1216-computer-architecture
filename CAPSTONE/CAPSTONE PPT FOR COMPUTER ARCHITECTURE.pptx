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71" r:id="rId11"/>
    <p:sldId id="267" r:id="rId12"/>
    <p:sldId id="266" r:id="rId13"/>
    <p:sldId id="264" r:id="rId14"/>
    <p:sldId id="265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0735-2003-6E43-3E0F-D9A490345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DAB4A-A1D5-9688-4A3F-30C5B71D7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29299-39B0-4437-29E2-F29CD711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5C905-964A-3554-36C3-A6751195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8C686-0358-A9EA-EF00-A6E4C11C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0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D79F-191F-D6B7-01CE-CFB497CC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C1F5B-2777-ED45-F723-E2B43411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1AE92-75A1-7522-85AF-4431E5B9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C3952-AE4A-2417-06AE-17428FDE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E1584-84D4-B724-C4CE-20E0E7DD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307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0B45-601A-AADC-0496-22B07F60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81D39-B36B-6F6F-649D-529233926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4AE92-41A1-9E23-2418-A6BFE1294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2A767-1906-1241-F314-4DCA14EC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BA522-D20A-08BF-27A6-509C1E72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29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A0C7-8716-D921-1E54-92583C3A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DD238-CF79-714F-22AB-EC6BA4F02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AD862-6021-18C8-3491-44640B0DD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73DF7-8DE3-7713-6B87-A9504C4A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C81BD-C4FE-7440-EAB5-03BDB37B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7F9B6-67B3-CFDE-87D9-7D293197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42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71A9-FA85-FB65-40BC-ABABB33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F7840-AD97-8212-BA29-D65B488DC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CDF9F-D361-B315-4880-0ED430726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1D3492-E3ED-5CC2-CF9E-2653B0116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A8E13-05F8-FF73-6EBF-B46D4D076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310355-9BE8-20E7-259A-8312D8B6C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24FA1-4AB5-ECA0-BFA5-DC28BCBF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F90341-C037-DD27-B88B-3056C453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4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04B3-E391-A47A-FDD9-176B8747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502E0-6405-70FC-857F-F2C62988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C1232-02A6-760B-1BDD-F9773E07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9EB71-D18D-AA38-DA32-705EF501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9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B0DFB-662B-4049-2A41-B3F8D9EFD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490ED-B7E8-8579-9352-464377A4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FB09-4AB1-96DD-6A16-02F9C70D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53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0C15-3FF2-8729-59D7-755E2A1B8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2DBF-D052-3A91-B087-0B25C6ADF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07332-1437-CDB9-DDA0-EAA05E1EC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C3526-8C4A-D1A7-E928-A72925C0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2E1C-6E5E-67F1-DB0E-8FEEB3EA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E9681-7380-61A0-B7D3-30F38BF0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10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203A-E9CE-FB55-834D-4D1765C2A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50615-567B-9858-F5D0-F4CCE6EB5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9854D-29B8-25B0-791D-4CBAD7682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0CCA8-14C3-9CE1-9665-123B9FB4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5FA1F-2EF8-DF1E-263A-069D38E0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1D82D-C84B-B88F-6CAD-1ACF6620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16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FEA5-C170-711A-0639-027E451A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D1CB0-ABAB-0853-1A7E-6E4DE4813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804CB-727F-0EB8-89B9-5ABD5628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0ECAD-B14A-0EAB-DD53-A758AE627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19BAA-E2CC-6CC0-311B-63D6149B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427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1574A8-79B0-9C06-3922-D9600104F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2BE063-A48F-98F1-4412-0A20572B2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2A690-2168-F86F-07E4-71B74580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F4CD7-74C4-9672-6CC4-1CB2857D6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EB0D2-405E-DE90-3889-B009D38D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80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FE706-347B-C115-DAAD-AA9E4C76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87E6D-408A-F890-CAC2-BCC4E354C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6A92B-7B88-3A19-E967-DC929D928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AC824-7775-4517-9429-FF0050F83A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85AE4-31C1-F267-E912-F102D6C24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4801A-B63D-744D-F4A2-F5160D80E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5EAC2-681D-4567-A36A-09C2E823F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72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aveetha Institute of Medical and ...">
            <a:extLst>
              <a:ext uri="{FF2B5EF4-FFF2-40B4-BE49-F238E27FC236}">
                <a16:creationId xmlns:a16="http://schemas.microsoft.com/office/drawing/2014/main" id="{97CBF9AB-BC96-CDD9-3928-06BBD8B52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aveetha School of Engineering, Chennai ...">
            <a:extLst>
              <a:ext uri="{FF2B5EF4-FFF2-40B4-BE49-F238E27FC236}">
                <a16:creationId xmlns:a16="http://schemas.microsoft.com/office/drawing/2014/main" id="{C90921F1-867F-6CCC-556C-EB07ABDEC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veetha Institute of Medical and ...">
            <a:extLst>
              <a:ext uri="{FF2B5EF4-FFF2-40B4-BE49-F238E27FC236}">
                <a16:creationId xmlns:a16="http://schemas.microsoft.com/office/drawing/2014/main" id="{104CBEFC-8E0E-2322-856C-E1F994A64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008" y="173736"/>
            <a:ext cx="8065008" cy="110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7555E6-37CF-9E7F-A690-D3C1CC95A62B}"/>
              </a:ext>
            </a:extLst>
          </p:cNvPr>
          <p:cNvSpPr txBox="1"/>
          <p:nvPr/>
        </p:nvSpPr>
        <p:spPr>
          <a:xfrm>
            <a:off x="1361464" y="1935403"/>
            <a:ext cx="9144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CSA1216-COMPUTER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1076B-CFDA-2219-AB4A-193906C5495D}"/>
              </a:ext>
            </a:extLst>
          </p:cNvPr>
          <p:cNvSpPr txBox="1"/>
          <p:nvPr/>
        </p:nvSpPr>
        <p:spPr>
          <a:xfrm>
            <a:off x="1523619" y="2692738"/>
            <a:ext cx="9144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Interrupt-Driven Emergency Response Management System with Bus and Memory Performance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D73003-209B-F139-4801-7D3384B19AB0}"/>
              </a:ext>
            </a:extLst>
          </p:cNvPr>
          <p:cNvSpPr txBox="1"/>
          <p:nvPr/>
        </p:nvSpPr>
        <p:spPr>
          <a:xfrm>
            <a:off x="868680" y="4353838"/>
            <a:ext cx="5598059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N.Nesarajan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(192511386)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J.Yukesh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(192524464)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EB08E-6299-79B3-785B-C17D5F1546E3}"/>
              </a:ext>
            </a:extLst>
          </p:cNvPr>
          <p:cNvSpPr txBox="1"/>
          <p:nvPr/>
        </p:nvSpPr>
        <p:spPr>
          <a:xfrm>
            <a:off x="8548155" y="4635335"/>
            <a:ext cx="5123414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Jerin Simla</a:t>
            </a:r>
          </a:p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932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0A43EF66-3643-7298-7DAE-96AA3B67C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37F27AAE-C401-1219-CF90-FA2B00DD7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6673CA-B242-25D7-F56D-3745EE64464B}"/>
              </a:ext>
            </a:extLst>
          </p:cNvPr>
          <p:cNvSpPr txBox="1"/>
          <p:nvPr/>
        </p:nvSpPr>
        <p:spPr>
          <a:xfrm>
            <a:off x="4591665" y="438465"/>
            <a:ext cx="3284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BE567-9B27-6953-5D83-99093D3726E0}"/>
              </a:ext>
            </a:extLst>
          </p:cNvPr>
          <p:cNvSpPr txBox="1"/>
          <p:nvPr/>
        </p:nvSpPr>
        <p:spPr>
          <a:xfrm>
            <a:off x="487399" y="2022420"/>
            <a:ext cx="9515746" cy="3349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signal that tells the CPU to stop its current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work and handle an important task.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hospital, many emergency alerts can happen at the same time.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 project shows how a computer processes these emergency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using interrupts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CPU, bus, and memory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56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AEEB4-103A-F6BD-2ABA-28B9088A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BC18DA10-A0BC-359B-0F6F-41FF7F3AE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6ABA1422-8BF2-8D86-54D4-11E0858F6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B297B8-1F29-9758-8679-F3297F1B7A82}"/>
              </a:ext>
            </a:extLst>
          </p:cNvPr>
          <p:cNvSpPr txBox="1"/>
          <p:nvPr/>
        </p:nvSpPr>
        <p:spPr>
          <a:xfrm>
            <a:off x="4099728" y="532563"/>
            <a:ext cx="45834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8DDDD-043A-302D-2177-D5B8F5B9221A}"/>
              </a:ext>
            </a:extLst>
          </p:cNvPr>
          <p:cNvSpPr txBox="1"/>
          <p:nvPr/>
        </p:nvSpPr>
        <p:spPr>
          <a:xfrm>
            <a:off x="724547" y="1370267"/>
            <a:ext cx="8641340" cy="5565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hospitals, many emergency alerts may occur at the same time.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Attack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Alarm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Oxygen Level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Nurse Emergency Call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becomes difficult to manage all these alerts together.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simulates how the CPU handles these emergency events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interrupt processing.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0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8392-B4A9-761B-5659-75D7F856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F5C42A0B-D214-B480-145B-5DCC3AB5D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688A4085-119D-A4B6-EE47-CAC597958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C87FDC-4A4C-3A2E-0105-DC262AF997F7}"/>
              </a:ext>
            </a:extLst>
          </p:cNvPr>
          <p:cNvSpPr txBox="1"/>
          <p:nvPr/>
        </p:nvSpPr>
        <p:spPr>
          <a:xfrm>
            <a:off x="4099728" y="438465"/>
            <a:ext cx="2600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DF960-56B1-45C5-792B-BE780D2530A1}"/>
              </a:ext>
            </a:extLst>
          </p:cNvPr>
          <p:cNvSpPr txBox="1"/>
          <p:nvPr/>
        </p:nvSpPr>
        <p:spPr>
          <a:xfrm>
            <a:off x="1004835" y="1961583"/>
            <a:ext cx="5994783" cy="4457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emergency events.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events using CPU interrupts.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higher priority to critical emergencies.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CPU processing.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 usage.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 usage.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system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20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CFC3-E137-E8D5-F9CD-6E804B0B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0C3A1168-34D7-01ED-4E1B-11F1729AE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A33B6AB5-E547-B965-50C5-32612F4E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BA6AA3-2245-2BDE-4B88-17CF0EB0F5E8}"/>
              </a:ext>
            </a:extLst>
          </p:cNvPr>
          <p:cNvSpPr txBox="1"/>
          <p:nvPr/>
        </p:nvSpPr>
        <p:spPr>
          <a:xfrm>
            <a:off x="3911402" y="438465"/>
            <a:ext cx="3794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D93C2-840C-63AA-FBAC-EFD82BE6ABCB}"/>
              </a:ext>
            </a:extLst>
          </p:cNvPr>
          <p:cNvSpPr txBox="1"/>
          <p:nvPr/>
        </p:nvSpPr>
        <p:spPr>
          <a:xfrm>
            <a:off x="887978" y="1370267"/>
            <a:ext cx="6046848" cy="5565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devices generate emergency alerts.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are displayed on a monitoring screen.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and nurses respond to the alerts.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interrupt simulation.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CPU performance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bus usage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 usage analysis.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37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47A1-71A2-07F1-191A-D4C5292D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4EBE8CE9-11EA-E03B-52C0-2F000F293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77CDF13A-983F-EB77-8DF5-B77C21DC7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40413-A188-B53D-4E26-C6982D6DD489}"/>
              </a:ext>
            </a:extLst>
          </p:cNvPr>
          <p:cNvSpPr txBox="1"/>
          <p:nvPr/>
        </p:nvSpPr>
        <p:spPr>
          <a:xfrm>
            <a:off x="3834581" y="438465"/>
            <a:ext cx="4001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23048-D3F9-7C6E-622E-A5A618E88347}"/>
              </a:ext>
            </a:extLst>
          </p:cNvPr>
          <p:cNvSpPr txBox="1"/>
          <p:nvPr/>
        </p:nvSpPr>
        <p:spPr>
          <a:xfrm>
            <a:off x="442451" y="1278827"/>
            <a:ext cx="5889524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treats every emergency as a CPU interrupt.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emergency events.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events in an interrupt queue.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priorities.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processes interrupts.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bus and memory usage.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performance results.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966A8-8665-EFB2-3DA3-CD8528B8D047}"/>
              </a:ext>
            </a:extLst>
          </p:cNvPr>
          <p:cNvSpPr txBox="1"/>
          <p:nvPr/>
        </p:nvSpPr>
        <p:spPr>
          <a:xfrm>
            <a:off x="6096000" y="2989007"/>
            <a:ext cx="5553123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interrupt processing.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CPU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bus and memory usage.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748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5D36-7B51-269E-0DC1-49BFB1BC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B7E499DF-82B2-6F3E-3874-205FC8C35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3511A620-0778-C009-AF89-F5875BB6E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CE7FD0-075C-295C-8EC0-4A977109B017}"/>
              </a:ext>
            </a:extLst>
          </p:cNvPr>
          <p:cNvSpPr txBox="1"/>
          <p:nvPr/>
        </p:nvSpPr>
        <p:spPr>
          <a:xfrm>
            <a:off x="2015613" y="694052"/>
            <a:ext cx="7826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Emergency Interrupt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DF2F0-C9BA-5312-EF6E-E21EA351E5D5}"/>
              </a:ext>
            </a:extLst>
          </p:cNvPr>
          <p:cNvSpPr txBox="1"/>
          <p:nvPr/>
        </p:nvSpPr>
        <p:spPr>
          <a:xfrm>
            <a:off x="796412" y="2133600"/>
            <a:ext cx="4910319" cy="390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emergency events.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priority levels.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events in the interrupt queue.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interrupts.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completed events.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F65D1-B169-2EC1-A4BD-29D7D854FD7B}"/>
              </a:ext>
            </a:extLst>
          </p:cNvPr>
          <p:cNvSpPr txBox="1"/>
          <p:nvPr/>
        </p:nvSpPr>
        <p:spPr>
          <a:xfrm>
            <a:off x="7568536" y="2133600"/>
            <a:ext cx="3228769" cy="3349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Queue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Interrupt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Interrupts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Log.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64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16498-E1EA-DE11-5B85-332026CA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6AA55A53-5A9E-6480-C237-8E123105C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A1E3BA24-B795-5C08-AC2A-B18AE8DF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51015C-DF47-0717-C949-0238182C66B4}"/>
              </a:ext>
            </a:extLst>
          </p:cNvPr>
          <p:cNvSpPr txBox="1"/>
          <p:nvPr/>
        </p:nvSpPr>
        <p:spPr>
          <a:xfrm>
            <a:off x="2015613" y="694052"/>
            <a:ext cx="7826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Emergency Interrupt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25B92-329B-3169-07A7-6B79951D807E}"/>
              </a:ext>
            </a:extLst>
          </p:cNvPr>
          <p:cNvSpPr txBox="1"/>
          <p:nvPr/>
        </p:nvSpPr>
        <p:spPr>
          <a:xfrm>
            <a:off x="4304226" y="1370267"/>
            <a:ext cx="3080523" cy="579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3305FE-32F1-CD26-51E7-6C3422A3C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5" t="13119"/>
          <a:stretch>
            <a:fillRect/>
          </a:stretch>
        </p:blipFill>
        <p:spPr>
          <a:xfrm>
            <a:off x="0" y="1950234"/>
            <a:ext cx="5751871" cy="43069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D7A6F9-F28D-F5F4-43F1-144F90A34E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1" y="1950233"/>
            <a:ext cx="6440129" cy="430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3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6BD4-F9F6-DC49-91B0-13D0DA3C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41100234-9D1A-FB36-1D99-5B9FC1BDB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26A27C6C-C379-D195-E47E-8F6C7C013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C4B8B5-8B1A-0DAA-EAF6-A8A645364393}"/>
              </a:ext>
            </a:extLst>
          </p:cNvPr>
          <p:cNvSpPr txBox="1"/>
          <p:nvPr/>
        </p:nvSpPr>
        <p:spPr>
          <a:xfrm>
            <a:off x="1917290" y="593518"/>
            <a:ext cx="8749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Bus and Memory Performance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2C615-2E9A-361E-5A05-A608DCD2402E}"/>
              </a:ext>
            </a:extLst>
          </p:cNvPr>
          <p:cNvSpPr txBox="1"/>
          <p:nvPr/>
        </p:nvSpPr>
        <p:spPr>
          <a:xfrm>
            <a:off x="796413" y="2054942"/>
            <a:ext cx="4083169" cy="390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bus access.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memory.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memory.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CPU usage.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performance charts. 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AA76F-167C-0B1C-154E-285C986D5611}"/>
              </a:ext>
            </a:extLst>
          </p:cNvPr>
          <p:cNvSpPr txBox="1"/>
          <p:nvPr/>
        </p:nvSpPr>
        <p:spPr>
          <a:xfrm>
            <a:off x="6420464" y="2054942"/>
            <a:ext cx="60960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Usage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</a:t>
            </a:r>
          </a:p>
        </p:txBody>
      </p:sp>
    </p:spTree>
    <p:extLst>
      <p:ext uri="{BB962C8B-B14F-4D97-AF65-F5344CB8AC3E}">
        <p14:creationId xmlns:p14="http://schemas.microsoft.com/office/powerpoint/2010/main" val="290344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B1BA9-3A06-3042-9EC7-AD37D783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41F41F1F-B860-2DD2-E985-5E11900C2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712D3BB3-C849-63C5-9671-C480DC4FF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3D850-6637-06E2-DE2A-9DCABD565475}"/>
              </a:ext>
            </a:extLst>
          </p:cNvPr>
          <p:cNvSpPr txBox="1"/>
          <p:nvPr/>
        </p:nvSpPr>
        <p:spPr>
          <a:xfrm>
            <a:off x="1917290" y="593518"/>
            <a:ext cx="8749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Bus and Memory Performance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30BBE-570D-23AA-C6EB-1DD70313E3D9}"/>
              </a:ext>
            </a:extLst>
          </p:cNvPr>
          <p:cNvSpPr txBox="1"/>
          <p:nvPr/>
        </p:nvSpPr>
        <p:spPr>
          <a:xfrm>
            <a:off x="4570608" y="1178293"/>
            <a:ext cx="60960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BAFA87-2F7D-C9D6-A50F-B27F4E031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260"/>
            <a:ext cx="6027174" cy="45780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4E89EA-4A47-9C49-7A21-4A96BBD865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174" y="1758260"/>
            <a:ext cx="6164826" cy="457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97F87-DD85-706E-4717-75BC5A0A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DB9107EF-D2C1-9C46-B035-8D5AA3200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C5D37BFE-608B-5C09-61F1-B99E0D181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B60230-EA12-915D-3FCF-3D2583920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5" t="10896" r="6180" b="3804"/>
          <a:stretch>
            <a:fillRect/>
          </a:stretch>
        </p:blipFill>
        <p:spPr>
          <a:xfrm>
            <a:off x="629265" y="1543665"/>
            <a:ext cx="10844980" cy="5241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7F7953-3389-3C5E-699E-B69EBCD76B50}"/>
              </a:ext>
            </a:extLst>
          </p:cNvPr>
          <p:cNvSpPr txBox="1"/>
          <p:nvPr/>
        </p:nvSpPr>
        <p:spPr>
          <a:xfrm>
            <a:off x="4041058" y="43846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</p:spTree>
    <p:extLst>
      <p:ext uri="{BB962C8B-B14F-4D97-AF65-F5344CB8AC3E}">
        <p14:creationId xmlns:p14="http://schemas.microsoft.com/office/powerpoint/2010/main" val="3137354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13D7B-684A-8436-5622-DDB2CEA0E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950B3582-84F0-7CFF-FD12-3D4720912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504B271E-0974-1A39-0827-6A4F750F8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A9E8AE-6BA5-2ACF-3651-D0DF94A77822}"/>
              </a:ext>
            </a:extLst>
          </p:cNvPr>
          <p:cNvSpPr txBox="1"/>
          <p:nvPr/>
        </p:nvSpPr>
        <p:spPr>
          <a:xfrm>
            <a:off x="3824749" y="63941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B746B-5160-9690-3D7F-D9D35E706DC7}"/>
              </a:ext>
            </a:extLst>
          </p:cNvPr>
          <p:cNvSpPr txBox="1"/>
          <p:nvPr/>
        </p:nvSpPr>
        <p:spPr>
          <a:xfrm>
            <a:off x="1022554" y="1976284"/>
            <a:ext cx="5763950" cy="4457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events are created.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Interrupts are processed based on priority.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processes one interrupt at a time.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usage is displayed.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 is displayed.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charts are generated.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 is shown.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149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4571-A8F8-E9C0-9AE2-84C8C7E8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F72933E2-FE55-C906-28AC-ED16EBE7B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DBD6E485-D1DA-4734-6602-CEB52B598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A1BC7-87F1-ADB0-0C2B-C16B03378D59}"/>
              </a:ext>
            </a:extLst>
          </p:cNvPr>
          <p:cNvSpPr txBox="1"/>
          <p:nvPr/>
        </p:nvSpPr>
        <p:spPr>
          <a:xfrm>
            <a:off x="4316362" y="438465"/>
            <a:ext cx="3158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810DC-04B0-ABE1-FBC0-BA64E493A7B5}"/>
              </a:ext>
            </a:extLst>
          </p:cNvPr>
          <p:cNvSpPr txBox="1"/>
          <p:nvPr/>
        </p:nvSpPr>
        <p:spPr>
          <a:xfrm>
            <a:off x="1257277" y="1681317"/>
            <a:ext cx="9930924" cy="5011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system with real hospital IoT devices.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 to automatically prioritize emergency alerts.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hospitals in one monitoring system.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mobile application for doctors and nurses.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emergency records in the cloud for easy access.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bus and memory analysis using real hardware.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performance reports automatically.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other fields such as factories, airports, and smart cities.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134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8985-1C79-7A9A-6158-E6E1B861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5329EB7E-8CAE-98E6-AD30-231E71E76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FB50FF16-23D4-5EE3-4540-F70195440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6E97CA-EDC1-0F0B-A18C-29AF7F9D0BDC}"/>
              </a:ext>
            </a:extLst>
          </p:cNvPr>
          <p:cNvSpPr txBox="1"/>
          <p:nvPr/>
        </p:nvSpPr>
        <p:spPr>
          <a:xfrm>
            <a:off x="299453" y="1563963"/>
            <a:ext cx="1159309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Ghoni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Ibrahim, T. (2021).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Emergency Response Management System with Internet of Things.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Physics: Conference Series, 1874, 012074. DOI: 10.1088/1742-6596/1874/1/012074.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Useful for connecting IoT with emergency monitoring, real-time analytics, warning systems, and emergency management.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 L., Yang, S. H., &amp; Plotnick, L. (2013).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Internet of Things Technology Enhances Emergency Response Operations.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Technological Forecasting and Social Change, 80(9), 1854–1867. DOI: 10.1016/j.techfore.2012.07.011.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Good foundational reference for IoT-enabled emergency response operations.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Pushpalatha, N., et al. (2025).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IoT and AI-Driven Ambulance Dispatch and Traffic </a:t>
            </a:r>
            <a:r>
              <a:rPr lang="en-I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Preemption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ICCETM 2025. DOI: 10.1109/ICCETM66557.2025.11557822.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Particularly relevant if your system includes ambulance dispatch, real-time communication, and traffic-signal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Devi, V., et al. (2026).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Adaptive AI Based Traffic Management Framework for Ambulance Priority.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ICPCSN 2026. DOI: 10.1109/ICPCSN68523.2026.11543612.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Useful for discussing real-time emergency prioritization and reducing ambulance response delays.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Prasad, A. S., et al. (2026).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Emergency Vehicle Priority Traffic Control Using Realtime Signal Adjustment.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GSEACT 2026. DOI: 10.1109/GSEACT68539.2026.11619940.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Strong recent reference for IoT, emergency vehicles, real-time control, and embedded controllers.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Bruno, J., et al.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Latency.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Workshop on Embedded Systems, USENIX.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Very useful for explaining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latency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interrupt-disabled periods, interrupt handling, and real-time responsiveness.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Microchip. (2026).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Performance and Interrupt Latency.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Useful technical reference for defining interrupt latency as the time between detecting an interrupt and execution of the first ISR instruction.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Microchip.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Latency — CPU/Bus/Memory Performance.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Especially relevant to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exact title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it explains how arbitration time, instruction execution, vector memory access, and program-memory access contribute to interrupt latency.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Sloss, A. N., Symes, D., &amp; Wright, C.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System Developer's Guide: Designing and Optimizing System Software.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Useful background reference for interrupt handling, interrupt prioritization, nested interrupts, and embedded-system performance. The interrupt-latency discussion is summarized in the technical literature.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Walls, C. (2012).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Interrupt Latency.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Siemens Embedded Software.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Useful for explaining how interrupt latency should be measured and why different systems can report different latency measurements.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96840-67BA-8322-2AC9-6E0A0F316EE9}"/>
              </a:ext>
            </a:extLst>
          </p:cNvPr>
          <p:cNvSpPr txBox="1"/>
          <p:nvPr/>
        </p:nvSpPr>
        <p:spPr>
          <a:xfrm>
            <a:off x="4933741" y="438465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12881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0435-70C2-86DA-03AA-05535E94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B823A260-3529-37E8-16E4-496C2CD20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864906A1-C183-5AAD-87F1-DBCBF0850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0E6FE1-2A87-B74F-75DD-AE6989F693AB}"/>
              </a:ext>
            </a:extLst>
          </p:cNvPr>
          <p:cNvSpPr txBox="1"/>
          <p:nvPr/>
        </p:nvSpPr>
        <p:spPr>
          <a:xfrm>
            <a:off x="4572000" y="560439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499A2-CD32-6F35-4047-7AC264E00DCD}"/>
              </a:ext>
            </a:extLst>
          </p:cNvPr>
          <p:cNvSpPr txBox="1"/>
          <p:nvPr/>
        </p:nvSpPr>
        <p:spPr>
          <a:xfrm>
            <a:off x="824749" y="2172956"/>
            <a:ext cx="10542501" cy="3349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concepts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interrupts, CPU processing, bus communication, and memory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can be applied to a hospital emergency scenario.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easy way to understand how interrupt-driven systems work and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helps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system performance.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620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D0E8-A03F-982B-9767-14B5C9D7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Institute of Medical and ...">
            <a:extLst>
              <a:ext uri="{FF2B5EF4-FFF2-40B4-BE49-F238E27FC236}">
                <a16:creationId xmlns:a16="http://schemas.microsoft.com/office/drawing/2014/main" id="{5923EA7E-AD61-213D-48B1-EF1A6152D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73" y="0"/>
            <a:ext cx="1278827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6905A2FC-1635-74A7-69AD-4B255B968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" y="91440"/>
            <a:ext cx="1273834" cy="127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1F3933-D245-D8FF-6D56-DBC102660683}"/>
              </a:ext>
            </a:extLst>
          </p:cNvPr>
          <p:cNvSpPr txBox="1"/>
          <p:nvPr/>
        </p:nvSpPr>
        <p:spPr>
          <a:xfrm>
            <a:off x="2382900" y="2969342"/>
            <a:ext cx="74262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8941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1027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Nesa Rajan</dc:creator>
  <cp:lastModifiedBy>Nesa Rajan</cp:lastModifiedBy>
  <cp:revision>3</cp:revision>
  <dcterms:created xsi:type="dcterms:W3CDTF">2026-08-07T04:12:34Z</dcterms:created>
  <dcterms:modified xsi:type="dcterms:W3CDTF">2026-08-31T03:54:54Z</dcterms:modified>
</cp:coreProperties>
</file>